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-1301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959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2073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8580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321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603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715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918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134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272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695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980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9B77B-FFF2-4146-8FEA-771287620B4A}" type="datetimeFigureOut">
              <a:rPr lang="en-PH" smtClean="0"/>
              <a:t>29/12/2025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D1314-5782-4B13-9125-E9761BD0E00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4113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692696"/>
            <a:ext cx="5760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https://storage.googleapis.com/gwg-content/cybercert/Create%20a%20cybersecurity%20portfolio.pdf</a:t>
            </a:r>
            <a:endParaRPr lang="en-PH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747838"/>
            <a:ext cx="8439150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008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028700"/>
            <a:ext cx="866775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4483" y="5466601"/>
            <a:ext cx="1072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smtClean="0"/>
              <a:t>https://docs.google.com/document/d/1A3xiUi9wbXf5lGvRwm8oFsXq18Q8mP7FUDNndjj89zc/template/preview</a:t>
            </a:r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238125" y="5829300"/>
            <a:ext cx="980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smtClean="0"/>
              <a:t>https://storage.googleapis.com/gwg-content/cybercert/Create%20a%20cybersecurity%20portfolio.pdf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5358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1400"/>
            <a:ext cx="8601075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3528" y="3981500"/>
            <a:ext cx="1460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smtClean="0"/>
              <a:t>https://docs.google.com/document/d/1t-9o-bPndpOIh9577FJobiakS10kJxgIKrB6GG7EPwA/template/preview?resourcekey=0-623w2JztdmNSu3nDbsQJcQ</a:t>
            </a:r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4725144"/>
            <a:ext cx="1491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smtClean="0"/>
              <a:t>https://docs.google.com/document/d/1F3-8XQZsNagSzTkJwFzOGY5OHbGbMRtlb8GbmXE_gCc/template/preview?resourcekey=0-UUEu0EyFFvMf0SAipcel6w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153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0"/>
            <a:ext cx="882967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7162" y="2263259"/>
            <a:ext cx="1491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smtClean="0"/>
              <a:t>https://docs.google.com/document/d/1F3-8XQZsNagSzTkJwFzOGY5OHbGbMRtlb8GbmXE_gCc/template/preview?resourcekey=0-UUEu0EyFFvMf0SAipcel6w</a:t>
            </a:r>
            <a:endParaRPr lang="en-PH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65" y="2852936"/>
            <a:ext cx="870585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65" y="4376936"/>
            <a:ext cx="840105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907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12" y="16902"/>
            <a:ext cx="846772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87" y="1805270"/>
            <a:ext cx="84772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7" y="3564653"/>
            <a:ext cx="8572500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612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61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71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922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164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08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92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325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</Words>
  <Application>Microsoft Office PowerPoint</Application>
  <PresentationFormat>On-screen Show (4:3)</PresentationFormat>
  <Paragraphs>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Carla Maraan</dc:creator>
  <cp:lastModifiedBy>Maria Carla Maraan</cp:lastModifiedBy>
  <cp:revision>1</cp:revision>
  <dcterms:created xsi:type="dcterms:W3CDTF">2025-12-29T06:59:25Z</dcterms:created>
  <dcterms:modified xsi:type="dcterms:W3CDTF">2025-12-29T07:22:55Z</dcterms:modified>
</cp:coreProperties>
</file>